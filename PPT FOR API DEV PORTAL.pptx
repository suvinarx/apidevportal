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aret Bold" charset="1" panose="00000000000000000000"/>
      <p:regular r:id="rId15"/>
    </p:embeddedFont>
    <p:embeddedFont>
      <p:font typeface="Helvetica World" charset="1" panose="020B0500040000020004"/>
      <p:regular r:id="rId16"/>
    </p:embeddedFont>
    <p:embeddedFont>
      <p:font typeface="Helvetica World Bold" charset="1" panose="020B080004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458190">
            <a:off x="10533919" y="-4320978"/>
            <a:ext cx="13681981" cy="8573575"/>
            <a:chOff x="0" y="0"/>
            <a:chExt cx="1484062" cy="929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84063" cy="929962"/>
            </a:xfrm>
            <a:custGeom>
              <a:avLst/>
              <a:gdLst/>
              <a:ahLst/>
              <a:cxnLst/>
              <a:rect r="r" b="b" t="t" l="l"/>
              <a:pathLst>
                <a:path h="929962" w="1484063">
                  <a:moveTo>
                    <a:pt x="0" y="0"/>
                  </a:moveTo>
                  <a:lnTo>
                    <a:pt x="1484063" y="0"/>
                  </a:lnTo>
                  <a:lnTo>
                    <a:pt x="1484063" y="929962"/>
                  </a:lnTo>
                  <a:lnTo>
                    <a:pt x="0" y="929962"/>
                  </a:lnTo>
                  <a:close/>
                </a:path>
              </a:pathLst>
            </a:custGeom>
            <a:solidFill>
              <a:srgbClr val="2A7A2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1484062" cy="1101412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9251363" y="1285608"/>
            <a:ext cx="8572350" cy="8572316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2A7A2A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16927" y="2108150"/>
            <a:ext cx="7016123" cy="7062291"/>
            <a:chOff x="0" y="0"/>
            <a:chExt cx="807486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7486" cy="812800"/>
            </a:xfrm>
            <a:custGeom>
              <a:avLst/>
              <a:gdLst/>
              <a:ahLst/>
              <a:cxnLst/>
              <a:rect r="r" b="b" t="t" l="l"/>
              <a:pathLst>
                <a:path h="812800" w="807486">
                  <a:moveTo>
                    <a:pt x="403743" y="0"/>
                  </a:moveTo>
                  <a:cubicBezTo>
                    <a:pt x="180762" y="0"/>
                    <a:pt x="0" y="181951"/>
                    <a:pt x="0" y="406400"/>
                  </a:cubicBezTo>
                  <a:cubicBezTo>
                    <a:pt x="0" y="630849"/>
                    <a:pt x="180762" y="812800"/>
                    <a:pt x="403743" y="812800"/>
                  </a:cubicBezTo>
                  <a:cubicBezTo>
                    <a:pt x="626724" y="812800"/>
                    <a:pt x="807486" y="630849"/>
                    <a:pt x="807486" y="406400"/>
                  </a:cubicBezTo>
                  <a:cubicBezTo>
                    <a:pt x="807486" y="181951"/>
                    <a:pt x="626724" y="0"/>
                    <a:pt x="403743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66675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617480" y="3588835"/>
            <a:ext cx="5647688" cy="4105753"/>
            <a:chOff x="0" y="0"/>
            <a:chExt cx="2769676" cy="20134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139" y="0"/>
              <a:ext cx="2769689" cy="2013371"/>
            </a:xfrm>
            <a:custGeom>
              <a:avLst/>
              <a:gdLst/>
              <a:ahLst/>
              <a:cxnLst/>
              <a:rect r="r" b="b" t="t" l="l"/>
              <a:pathLst>
                <a:path h="2013371" w="2769689">
                  <a:moveTo>
                    <a:pt x="2753560" y="184404"/>
                  </a:moveTo>
                  <a:cubicBezTo>
                    <a:pt x="2753179" y="123444"/>
                    <a:pt x="2762577" y="6604"/>
                    <a:pt x="2762577" y="6604"/>
                  </a:cubicBezTo>
                  <a:lnTo>
                    <a:pt x="2617670" y="4318"/>
                  </a:lnTo>
                  <a:lnTo>
                    <a:pt x="2412183" y="14097"/>
                  </a:lnTo>
                  <a:cubicBezTo>
                    <a:pt x="2412183" y="14097"/>
                    <a:pt x="2078555" y="-1905"/>
                    <a:pt x="2046677" y="13081"/>
                  </a:cubicBezTo>
                  <a:cubicBezTo>
                    <a:pt x="2014674" y="28067"/>
                    <a:pt x="1948761" y="4318"/>
                    <a:pt x="1948761" y="4318"/>
                  </a:cubicBezTo>
                  <a:lnTo>
                    <a:pt x="920508" y="2413"/>
                  </a:lnTo>
                  <a:lnTo>
                    <a:pt x="629551" y="1651"/>
                  </a:lnTo>
                  <a:lnTo>
                    <a:pt x="402602" y="9525"/>
                  </a:lnTo>
                  <a:lnTo>
                    <a:pt x="138823" y="8763"/>
                  </a:lnTo>
                  <a:lnTo>
                    <a:pt x="38747" y="0"/>
                  </a:lnTo>
                  <a:cubicBezTo>
                    <a:pt x="22872" y="0"/>
                    <a:pt x="10045" y="12700"/>
                    <a:pt x="10045" y="28575"/>
                  </a:cubicBezTo>
                  <a:lnTo>
                    <a:pt x="26301" y="273685"/>
                  </a:lnTo>
                  <a:lnTo>
                    <a:pt x="8521" y="545084"/>
                  </a:lnTo>
                  <a:lnTo>
                    <a:pt x="6362" y="1367703"/>
                  </a:lnTo>
                  <a:lnTo>
                    <a:pt x="14363" y="1546519"/>
                  </a:lnTo>
                  <a:cubicBezTo>
                    <a:pt x="14363" y="1546519"/>
                    <a:pt x="-10656" y="1587667"/>
                    <a:pt x="5346" y="1747687"/>
                  </a:cubicBezTo>
                  <a:cubicBezTo>
                    <a:pt x="21348" y="1907707"/>
                    <a:pt x="38620" y="2002957"/>
                    <a:pt x="38620" y="2002957"/>
                  </a:cubicBezTo>
                  <a:lnTo>
                    <a:pt x="122186" y="2003211"/>
                  </a:lnTo>
                  <a:lnTo>
                    <a:pt x="294906" y="1986701"/>
                  </a:lnTo>
                  <a:lnTo>
                    <a:pt x="521855" y="2004227"/>
                  </a:lnTo>
                  <a:lnTo>
                    <a:pt x="760488" y="2013371"/>
                  </a:lnTo>
                  <a:lnTo>
                    <a:pt x="895870" y="1988225"/>
                  </a:lnTo>
                  <a:lnTo>
                    <a:pt x="998105" y="2005497"/>
                  </a:lnTo>
                  <a:lnTo>
                    <a:pt x="2013530" y="2007402"/>
                  </a:lnTo>
                  <a:lnTo>
                    <a:pt x="2256482" y="2008037"/>
                  </a:lnTo>
                  <a:lnTo>
                    <a:pt x="2493336" y="1998385"/>
                  </a:lnTo>
                  <a:lnTo>
                    <a:pt x="2679645" y="2009180"/>
                  </a:lnTo>
                  <a:lnTo>
                    <a:pt x="2757115" y="2009434"/>
                  </a:lnTo>
                  <a:lnTo>
                    <a:pt x="2757496" y="1861479"/>
                  </a:lnTo>
                  <a:lnTo>
                    <a:pt x="2757751" y="1747814"/>
                  </a:lnTo>
                  <a:lnTo>
                    <a:pt x="2749876" y="1542328"/>
                  </a:lnTo>
                  <a:lnTo>
                    <a:pt x="2758767" y="1374180"/>
                  </a:lnTo>
                  <a:lnTo>
                    <a:pt x="2760545" y="669671"/>
                  </a:lnTo>
                  <a:lnTo>
                    <a:pt x="2769689" y="422656"/>
                  </a:lnTo>
                  <a:cubicBezTo>
                    <a:pt x="2769689" y="422656"/>
                    <a:pt x="2753686" y="245110"/>
                    <a:pt x="2753305" y="184150"/>
                  </a:cubicBezTo>
                  <a:close/>
                </a:path>
              </a:pathLst>
            </a:custGeom>
            <a:blipFill>
              <a:blip r:embed="rId4"/>
              <a:stretch>
                <a:fillRect l="-8388" t="0" r="-44248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07200" y="2930613"/>
            <a:ext cx="8684400" cy="5102225"/>
            <a:chOff x="0" y="0"/>
            <a:chExt cx="11579199" cy="68029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0"/>
              <a:ext cx="11579199" cy="5401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60"/>
                </a:lnSpc>
              </a:pPr>
              <a:r>
                <a:rPr lang="en-US" b="true" sz="9600" spc="-240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Product Overview &amp; UI Walkthrough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764107"/>
              <a:ext cx="10002627" cy="10388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Presented by [Your Name] | [Your Position] | [Your Company]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105025" y="794385"/>
            <a:ext cx="544830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</a:pPr>
            <a:r>
              <a:rPr lang="en-US" b="true" sz="2400" spc="60">
                <a:solidFill>
                  <a:srgbClr val="3C8D3C"/>
                </a:solidFill>
                <a:latin typeface="Garet Bold"/>
                <a:ea typeface="Garet Bold"/>
                <a:cs typeface="Garet Bold"/>
                <a:sym typeface="Garet Bold"/>
              </a:rPr>
              <a:t>API DEVELOPER PORTAL — GIRL SCOUTS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3852" y="1256598"/>
            <a:ext cx="7484006" cy="7773804"/>
            <a:chOff x="0" y="0"/>
            <a:chExt cx="9978674" cy="1036507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978674" cy="2871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9"/>
                </a:lnSpc>
              </a:pPr>
              <a:r>
                <a:rPr lang="en-US" b="true" sz="7599" spc="-189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Product Goal &amp; What It Solves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789224"/>
              <a:ext cx="9978674" cy="6575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entralized API discovery: Find all available APIs in one place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Faster developer onboarding: Clear flow from sign-up → login → catalog → docs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Reduced confusion: Categories + clean navigation to locate APIs quickly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Quicker integration: Documentation view helps developers start using APIs faster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Consistent experience: Same portal UX for users and admins (role-based access)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0143" y="2137301"/>
            <a:ext cx="7757932" cy="6012397"/>
          </a:xfrm>
          <a:custGeom>
            <a:avLst/>
            <a:gdLst/>
            <a:ahLst/>
            <a:cxnLst/>
            <a:rect r="r" b="b" t="t" l="l"/>
            <a:pathLst>
              <a:path h="6012397" w="7757932">
                <a:moveTo>
                  <a:pt x="0" y="0"/>
                </a:moveTo>
                <a:lnTo>
                  <a:pt x="7757932" y="0"/>
                </a:lnTo>
                <a:lnTo>
                  <a:pt x="7757932" y="6012398"/>
                </a:lnTo>
                <a:lnTo>
                  <a:pt x="0" y="6012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07764" y="899795"/>
            <a:ext cx="7551536" cy="8487410"/>
            <a:chOff x="0" y="0"/>
            <a:chExt cx="10068714" cy="1131654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10068714" cy="3898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589"/>
                </a:lnSpc>
              </a:pPr>
              <a:r>
                <a:rPr lang="en-US" b="true" sz="6899" spc="-172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Role-Based Access (User vs Admin)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740698"/>
              <a:ext cx="10068714" cy="6575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 Access: Browse API catalog and view API documentation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Admin Access: Same portal experience + Add New API (admin-only)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Controlled permissions: Actions are allowed based on assigned role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Secure flow: Login required before accessing portal pages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Consistent UI: Same layout for both roles to reduce learning curve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146645"/>
            <a:ext cx="7847739" cy="5993711"/>
          </a:xfrm>
          <a:custGeom>
            <a:avLst/>
            <a:gdLst/>
            <a:ahLst/>
            <a:cxnLst/>
            <a:rect r="r" b="b" t="t" l="l"/>
            <a:pathLst>
              <a:path h="5993711" w="7847739">
                <a:moveTo>
                  <a:pt x="0" y="0"/>
                </a:moveTo>
                <a:lnTo>
                  <a:pt x="7847739" y="0"/>
                </a:lnTo>
                <a:lnTo>
                  <a:pt x="7847739" y="5993710"/>
                </a:lnTo>
                <a:lnTo>
                  <a:pt x="0" y="5993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4240" y="1112622"/>
            <a:ext cx="6408392" cy="8061757"/>
          </a:xfrm>
          <a:custGeom>
            <a:avLst/>
            <a:gdLst/>
            <a:ahLst/>
            <a:cxnLst/>
            <a:rect r="r" b="b" t="t" l="l"/>
            <a:pathLst>
              <a:path h="8061757" w="6408392">
                <a:moveTo>
                  <a:pt x="0" y="0"/>
                </a:moveTo>
                <a:lnTo>
                  <a:pt x="6408392" y="0"/>
                </a:lnTo>
                <a:lnTo>
                  <a:pt x="6408392" y="8061756"/>
                </a:lnTo>
                <a:lnTo>
                  <a:pt x="0" y="806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8957164" y="1310957"/>
            <a:ext cx="7686596" cy="7665085"/>
            <a:chOff x="0" y="0"/>
            <a:chExt cx="10248794" cy="102201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6200"/>
              <a:ext cx="10248794" cy="27923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39"/>
                </a:lnSpc>
              </a:pPr>
              <a:r>
                <a:rPr lang="en-US" b="true" sz="7399" spc="-184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Authentication &amp; Onboarding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644265"/>
              <a:ext cx="10248794" cy="65758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Simple access flow: Register → Login → Enter Portal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User Registration: email + password + confirm password validation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Login: secure sign-in with role-based redirect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Admin Setup: protected invite-code based registration (/admin-register)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Clean UI focused on fast onboarding for developers</a:t>
              </a:r>
            </a:p>
            <a:p>
              <a:pPr algn="l" marL="0" indent="0" lvl="0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042" y="2317382"/>
            <a:ext cx="7757932" cy="6012397"/>
          </a:xfrm>
          <a:custGeom>
            <a:avLst/>
            <a:gdLst/>
            <a:ahLst/>
            <a:cxnLst/>
            <a:rect r="r" b="b" t="t" l="l"/>
            <a:pathLst>
              <a:path h="6012397" w="7757932">
                <a:moveTo>
                  <a:pt x="0" y="0"/>
                </a:moveTo>
                <a:lnTo>
                  <a:pt x="7757932" y="0"/>
                </a:lnTo>
                <a:lnTo>
                  <a:pt x="7757932" y="6012397"/>
                </a:lnTo>
                <a:lnTo>
                  <a:pt x="0" y="60123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9593953" y="1554480"/>
            <a:ext cx="7484006" cy="7178040"/>
            <a:chOff x="0" y="0"/>
            <a:chExt cx="9978674" cy="957072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9978674" cy="4133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29"/>
                </a:lnSpc>
              </a:pPr>
              <a:r>
                <a:rPr lang="en-US" b="true" sz="7299" spc="-182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Catalog Browsing (User Portal)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976071"/>
              <a:ext cx="9978674" cy="4594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Brows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APIs 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 a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clean card-based catalog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Filter quickly using the Categories sidebar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See key info at a glance: name, short description, status/visibility (active/public)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Use search to find the right API faster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Open any API card to view full documentation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0592" y="2146645"/>
            <a:ext cx="7847739" cy="5993711"/>
          </a:xfrm>
          <a:custGeom>
            <a:avLst/>
            <a:gdLst/>
            <a:ahLst/>
            <a:cxnLst/>
            <a:rect r="r" b="b" t="t" l="l"/>
            <a:pathLst>
              <a:path h="5993711" w="7847739">
                <a:moveTo>
                  <a:pt x="0" y="0"/>
                </a:moveTo>
                <a:lnTo>
                  <a:pt x="7847740" y="0"/>
                </a:lnTo>
                <a:lnTo>
                  <a:pt x="7847740" y="5993710"/>
                </a:lnTo>
                <a:lnTo>
                  <a:pt x="0" y="5993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9886033" y="1920970"/>
            <a:ext cx="7191375" cy="6445060"/>
            <a:chOff x="0" y="0"/>
            <a:chExt cx="9588500" cy="85934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6200"/>
              <a:ext cx="9588500" cy="2686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37"/>
                </a:lnSpc>
              </a:pPr>
              <a:r>
                <a:rPr lang="en-US" b="true" sz="7124" spc="-178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Admin Dashboard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47533"/>
              <a:ext cx="9588500" cy="5045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1848" indent="-290924" lvl="1">
                <a:lnSpc>
                  <a:spcPts val="3772"/>
                </a:lnSpc>
                <a:buFont typeface="Arial"/>
                <a:buChar char="•"/>
              </a:pP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Sam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catalog browsing exp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er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the User Portal</a:t>
              </a:r>
            </a:p>
            <a:p>
              <a:pPr algn="l" marL="581848" indent="-290924" lvl="1">
                <a:lnSpc>
                  <a:spcPts val="3772"/>
                </a:lnSpc>
                <a:buFont typeface="Arial"/>
                <a:buChar char="•"/>
              </a:pP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Admin-only: “Add New API” button for creating new entries</a:t>
              </a:r>
            </a:p>
            <a:p>
              <a:pPr algn="l" marL="581848" indent="-290924" lvl="1">
                <a:lnSpc>
                  <a:spcPts val="3772"/>
                </a:lnSpc>
                <a:buFont typeface="Arial"/>
                <a:buChar char="•"/>
              </a:pP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Admin can manage API listings (create/update/organize)</a:t>
              </a:r>
            </a:p>
            <a:p>
              <a:pPr algn="l" marL="581848" indent="-290924" lvl="1">
                <a:lnSpc>
                  <a:spcPts val="3772"/>
                </a:lnSpc>
                <a:buFont typeface="Arial"/>
                <a:buChar char="•"/>
              </a:pPr>
              <a:r>
                <a:rPr lang="en-US" sz="2694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Role-based permissions ensure only admins can perform changes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1060" y="2188977"/>
            <a:ext cx="7797546" cy="6004110"/>
          </a:xfrm>
          <a:custGeom>
            <a:avLst/>
            <a:gdLst/>
            <a:ahLst/>
            <a:cxnLst/>
            <a:rect r="r" b="b" t="t" l="l"/>
            <a:pathLst>
              <a:path h="6004110" w="7797546">
                <a:moveTo>
                  <a:pt x="0" y="0"/>
                </a:moveTo>
                <a:lnTo>
                  <a:pt x="7797546" y="0"/>
                </a:lnTo>
                <a:lnTo>
                  <a:pt x="7797546" y="6004111"/>
                </a:lnTo>
                <a:lnTo>
                  <a:pt x="0" y="6004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9985565" y="2093912"/>
            <a:ext cx="7191375" cy="6099175"/>
            <a:chOff x="0" y="0"/>
            <a:chExt cx="9588500" cy="8132234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7150"/>
              <a:ext cx="9588500" cy="27046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09"/>
                </a:lnSpc>
              </a:pPr>
              <a:r>
                <a:rPr lang="en-US" b="true" sz="7099" spc="-177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API Docum</a:t>
              </a:r>
              <a:r>
                <a:rPr lang="en-US" b="true" sz="7099" spc="-177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entation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37585"/>
              <a:ext cx="9588500" cy="45946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Sw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agger/Redoc-style documentation for each API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Endpoints grouped for quick navigation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Response samples and schemas reduce integration time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Helps developers test and understand APIs faster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61690" y="1130609"/>
            <a:ext cx="5628079" cy="8025781"/>
          </a:xfrm>
          <a:custGeom>
            <a:avLst/>
            <a:gdLst/>
            <a:ahLst/>
            <a:cxnLst/>
            <a:rect r="r" b="b" t="t" l="l"/>
            <a:pathLst>
              <a:path h="8025781" w="5628079">
                <a:moveTo>
                  <a:pt x="0" y="0"/>
                </a:moveTo>
                <a:lnTo>
                  <a:pt x="5628079" y="0"/>
                </a:lnTo>
                <a:lnTo>
                  <a:pt x="5628079" y="8025782"/>
                </a:lnTo>
                <a:lnTo>
                  <a:pt x="0" y="8025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247624"/>
            </a:solidFill>
            <a:prstDash val="solid"/>
            <a:round/>
          </a:ln>
        </p:spPr>
      </p:sp>
      <p:grpSp>
        <p:nvGrpSpPr>
          <p:cNvPr name="Group 3" id="3"/>
          <p:cNvGrpSpPr/>
          <p:nvPr/>
        </p:nvGrpSpPr>
        <p:grpSpPr>
          <a:xfrm rot="0">
            <a:off x="8874774" y="1551057"/>
            <a:ext cx="7551536" cy="6734175"/>
            <a:chOff x="0" y="0"/>
            <a:chExt cx="10068714" cy="89789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76200"/>
              <a:ext cx="10068714" cy="2871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9"/>
                </a:lnSpc>
              </a:pPr>
              <a:r>
                <a:rPr lang="en-US" b="true" sz="7599" spc="-189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</a:t>
              </a:r>
              <a:r>
                <a:rPr lang="en-US" b="true" sz="7599" spc="-189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ecurity &amp; Control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723851"/>
              <a:ext cx="10068714" cy="52550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Prot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ected routes (aut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hentic</a:t>
              </a: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ated access only)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Admin access restricted via invite-based setup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Role-based permissions for safe admin actions</a:t>
              </a:r>
            </a:p>
            <a:p>
              <a:pPr algn="l" marL="604518" indent="-302259" lvl="1">
                <a:lnSpc>
                  <a:spcPts val="3919"/>
                </a:lnSpc>
                <a:buFont typeface="Arial"/>
                <a:buChar char="•"/>
              </a:pPr>
              <a:r>
                <a:rPr lang="en-US" sz="2799">
                  <a:solidFill>
                    <a:srgbClr val="3C8D3C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Consistent access control across portal screens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7199954"/>
            <a:ext cx="7191375" cy="1571148"/>
            <a:chOff x="0" y="0"/>
            <a:chExt cx="9588500" cy="209486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57150"/>
              <a:ext cx="95885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2A7A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123 Anywhere St., Any City, ST 12345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51522"/>
              <a:ext cx="95885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2A7A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123-456-7890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60194"/>
              <a:ext cx="9588500" cy="5346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sz="2400">
                  <a:solidFill>
                    <a:srgbClr val="2A7A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hello@reallygreatsite.com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674684"/>
            <a:ext cx="7191375" cy="1781183"/>
            <a:chOff x="0" y="0"/>
            <a:chExt cx="9588500" cy="237491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76200"/>
              <a:ext cx="9588500" cy="14622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60"/>
                </a:lnSpc>
              </a:pPr>
              <a:r>
                <a:rPr lang="en-US" b="true" sz="7600" spc="-190">
                  <a:solidFill>
                    <a:srgbClr val="2A7A2A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Thank You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805950"/>
              <a:ext cx="9588500" cy="5689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b="true" sz="2400">
                  <a:solidFill>
                    <a:srgbClr val="3C8D3C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CONTACT US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name="Group 10" id="10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76351" cy="900526"/>
              </a:xfrm>
              <a:custGeom>
                <a:avLst/>
                <a:gdLst/>
                <a:ahLst/>
                <a:cxnLst/>
                <a:rect r="r" b="b" t="t" l="l"/>
                <a:pathLst>
                  <a:path h="900526" w="1476351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2A7A2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71450"/>
                <a:ext cx="1476351" cy="1071976"/>
              </a:xfrm>
              <a:prstGeom prst="rect">
                <a:avLst/>
              </a:prstGeom>
            </p:spPr>
            <p:txBody>
              <a:bodyPr anchor="ctr" rtlCol="false" tIns="123349" lIns="123349" bIns="123349" rIns="123349"/>
              <a:lstStyle/>
              <a:p>
                <a:pPr algn="ctr" marL="0" indent="0" lvl="0">
                  <a:lnSpc>
                    <a:spcPts val="112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49975"/>
              </a:xfrm>
              <a:custGeom>
                <a:avLst/>
                <a:gdLst/>
                <a:ahLst/>
                <a:cxnLst/>
                <a:rect r="r" b="b" t="t" l="l"/>
                <a:pathLst>
                  <a:path h="6349975" w="6350000">
                    <a:moveTo>
                      <a:pt x="6350000" y="3175025"/>
                    </a:moveTo>
                    <a:cubicBezTo>
                      <a:pt x="6350000" y="4928451"/>
                      <a:pt x="4928476" y="6349975"/>
                      <a:pt x="3175000" y="6349975"/>
                    </a:cubicBezTo>
                    <a:cubicBezTo>
                      <a:pt x="1421498" y="6349975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2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2A7A2A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name="Group 15" id="15"/>
            <p:cNvGrpSpPr/>
            <p:nvPr/>
          </p:nvGrpSpPr>
          <p:grpSpPr>
            <a:xfrm rot="0">
              <a:off x="13519545" y="10208681"/>
              <a:ext cx="9182100" cy="9182100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DAG7kX16fNI</dc:identifier>
  <dcterms:modified xsi:type="dcterms:W3CDTF">2011-08-01T06:04:30Z</dcterms:modified>
  <cp:revision>1</cp:revision>
  <dc:title>Login Screen</dc:title>
</cp:coreProperties>
</file>